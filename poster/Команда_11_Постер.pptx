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89526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(оптический датчик, ≈ раз в 5 с) вместе с PSG; данные и код открыты — на них мы и работали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модель, нейросеть на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60" y="15813253"/>
            <a:ext cx="5514480" cy="23633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8266602"/>
            <a:ext cx="11988000" cy="75694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Пример ночи (испытуемый 46343). Сверху вниз: движение — activity counts (условные единицы), пульс с часов (уд/мин), стадии по PSG — правильный ответ; по оси x — часы от начала записи. Видно, что движение почти всегда означает бодрствование, а ровный пульс — глубокий сон N3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9608686"/>
            <a:ext cx="12492000" cy="520086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986068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2040131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527314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ускорение по оси z → полосовой фильтр 3–11 Гц (убирает гравитацию и шум) → суммы за 15 с («activity counts», как у актиграфов)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локальная вариабельность пульса: стандартное отклонение за ≈ 10 мин после полосового фильтра «разность гауссиан» (убирает дрейф за ночь); мала в глубоком сне, велика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179786"/>
            <a:ext cx="2688215" cy="68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397178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5061556"/>
            <a:ext cx="12492000" cy="57407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531355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8541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980184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7976738"/>
            <a:ext cx="4798997" cy="57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628000" y="28660738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2" name="Picture 41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29857194"/>
            <a:ext cx="1407263" cy="612000"/>
          </a:xfrm>
          <a:prstGeom prst="rect">
            <a:avLst/>
          </a:prstGeom>
        </p:spPr>
      </p:pic>
      <p:pic>
        <p:nvPicPr>
          <p:cNvPr id="43" name="Picture 42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29857194"/>
            <a:ext cx="2653004" cy="612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2376000" y="31054336"/>
            <a:ext cx="12492000" cy="912166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28000" y="3130633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28000" y="3184696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972964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2628000" y="32333278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628000" y="3498165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5594285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8242663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08000" y="10404000"/>
            <a:ext cx="12492000" cy="1012535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7" name="Picture 56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5408000" y="20781355"/>
            <a:ext cx="12492000" cy="1493603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660000" y="2103335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000" y="215739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1699984"/>
            <a:ext cx="11988000" cy="8650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команды: нейросеть MLP (15, 15, 15), порог P(сон) ≥ 0.5, признаки motion, hr и время ночи. Добавили 3 «быстрых» признака, которые считаются по 5-секундным отрезкам: m — корень из суммы дисперсий ускорения по трём осям, τ = 0.02 g, минутное окно W = [t − 15, t + 45) с</a:t>
            </a:r>
          </a:p>
        </p:txBody>
      </p:sp>
      <p:pic>
        <p:nvPicPr>
          <p:cNvPr id="62" name="Picture 61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66976" y="22673060"/>
            <a:ext cx="2999828" cy="684000"/>
          </a:xfrm>
          <a:prstGeom prst="rect">
            <a:avLst/>
          </a:prstGeom>
        </p:spPr>
      </p:pic>
      <p:pic>
        <p:nvPicPr>
          <p:cNvPr id="63" name="Picture 62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86804" y="22673060"/>
            <a:ext cx="4312095" cy="684000"/>
          </a:xfrm>
          <a:prstGeom prst="rect">
            <a:avLst/>
          </a:prstGeom>
        </p:spPr>
      </p:pic>
      <p:pic>
        <p:nvPicPr>
          <p:cNvPr id="64" name="Picture 63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18899" y="22673060"/>
            <a:ext cx="2022124" cy="684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5660000" y="23465060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f_peak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эпохе; логарифм гасит редкие очень большие значения (при max m = 0.04 g получаем ln 3 ≈ 1.1)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f_active</a:t>
            </a:r>
            <a:r>
              <a:rPr sz="16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 (от 0 до 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средний пульс за минуту относительно медианы всей записи: +0.1 — на 10% выше обычного для этого человека, −0.05 — на 5% ниже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218440" y="25173255"/>
            <a:ext cx="8871120" cy="33096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28572875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Все варианты, которые пробовала команда: точка правее пунктира — лучше исходной модели</a:t>
            </a:r>
          </a:p>
        </p:txBody>
      </p:sp>
      <p:pic>
        <p:nvPicPr>
          <p:cNvPr id="68" name="Picture 67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933189"/>
            <a:ext cx="5179680" cy="471381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660000" y="33737005"/>
            <a:ext cx="517968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55680" y="28933189"/>
            <a:ext cx="6592320" cy="52477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Лучше всего — исходные признаки + 3 быстрых:</a:t>
            </a:r>
            <a:r>
              <a:rPr sz="1600" b="0">
                <a:solidFill>
                  <a:srgbClr val="1F2233"/>
                </a:solidFill>
                <a:latin typeface="Inter"/>
              </a:rPr>
              <a:t> κ 0.496 → 0.534, AUC 0.908 → 0.917. Быстрые признаки ловят короткие движения и учащение пульса, которые сглаженный motion «размазывает» по 10 минутам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соседние эпохи и статистики короткого окна: сон «липкий», контекст соседних минут подсказывает стадию. </a:t>
            </a:r>
            <a:r>
              <a:rPr sz="1600" b="1">
                <a:solidFill>
                  <a:srgbClr val="434B9A"/>
                </a:solidFill>
                <a:latin typeface="Inter"/>
              </a:rPr>
              <a:t>Не 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повтор примеров бодрствования (модель переобучается на редких примерах, AUC падает) и разности соседних эпох без сглаживания (слишком шумные)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расширенной модели:</a:t>
            </a:r>
            <a:r>
              <a:rPr sz="1600" b="0">
                <a:solidFill>
                  <a:srgbClr val="1F2233"/>
                </a:solidFill>
                <a:latin typeface="Inter"/>
              </a:rPr>
              <a:t> доля движения за минуту (|SHAP| 0.024) работает почти как motion (0.034); пик движения и относительный пульс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Ограничение:</a:t>
            </a:r>
            <a:r>
              <a:rPr sz="1600" b="0">
                <a:solidFill>
                  <a:srgbClr val="1F2233"/>
                </a:solidFill>
                <a:latin typeface="Inter"/>
              </a:rPr>
              <a:t> окно заглядывает на 15 с вперёд, а медиана пульса берётся по всей записи — это анализ готовой записи, а не предсказание в реальном времени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60000" y="3418089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4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4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leave-one-subject-out): python repro/10_fast_features.py — после запуска таблица появится здесь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408000" y="35969389"/>
            <a:ext cx="12492000" cy="420661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660000" y="36221389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660000" y="367620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60000" y="36888017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поднимают κ нейросети с 0.496 до 0.534 и AUC с 0.908 до 0.917; их проверка на CatBoost — в репозитории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